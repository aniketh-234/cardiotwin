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7FC"/>
                </a:solidFill>
              </a:rPr>
              <a:t>CARDIOTWIN | End-to-end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DD"/>
                </a:solidFill>
              </a:rPr>
              <a:t>Two linked synthetic data streams → validation → inference + review → persisted interactive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4416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Historical EHR profile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700784"/>
            <a:ext cx="17739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Age · sex · BMI · SBP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Cholesterol · HDL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Smoking · diabetes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035808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Daily sensor-style stream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392424"/>
            <a:ext cx="17739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HR · HRV · steps · sleep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Home-cuff SBP · coverage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28-day rolling window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201168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121408"/>
            <a:ext cx="1911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Input &amp; quality gates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2478024"/>
            <a:ext cx="1911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API schema / value validation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Training-fitted preprocessing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Missingness masks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Coverage + completeness gates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Withhold if insufficient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143000"/>
            <a:ext cx="2286000" cy="1325880"/>
          </a:xfrm>
          <a:prstGeom prst="roundRect">
            <a:avLst>
              <a:gd name="adj" fmla="val 8276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1252728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Learned fusion inference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609344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Static branch + temporal 1D CNN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Fusion head → synthetic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5-year event probability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2880360"/>
            <a:ext cx="2286000" cy="1325880"/>
          </a:xfrm>
          <a:prstGeom prst="roundRect">
            <a:avLst>
              <a:gd name="adj" fmla="val 8276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990088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Trend rule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3872" y="3346704"/>
            <a:ext cx="20482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Latest 7d vs preceding 21d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5/14 observations per signal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≥2 adverse shifts → review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41080" y="2011680"/>
            <a:ext cx="2971800" cy="1828800"/>
          </a:xfrm>
          <a:prstGeom prst="roundRect">
            <a:avLst>
              <a:gd name="adj" fmla="val 6000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9952" y="2121408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D3C2"/>
                </a:solidFill>
              </a:rPr>
              <a:t>Interpretation &amp; outputs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59952" y="2478024"/>
            <a:ext cx="27340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Probability (unchanged by rules)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Review reasons / data readiness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Sensor-week &amp; static sensitivity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Scenario comparison / snapshot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5074920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5184648"/>
            <a:ext cx="4242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B7D"/>
                </a:solidFill>
              </a:rPr>
              <a:t>Backend / 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67912" y="5541264"/>
            <a:ext cx="4242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Python HTTP server · engine.py · rules.py · SQLite patient state + event journal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41080" y="4937760"/>
            <a:ext cx="2971800" cy="1280160"/>
          </a:xfrm>
          <a:prstGeom prst="roundRect">
            <a:avLst>
              <a:gd name="adj" fmla="val 8571"/>
            </a:avLst>
          </a:prstGeom>
          <a:solidFill>
            <a:srgbClr val="14283E"/>
          </a:solidFill>
          <a:ln w="12700">
            <a:solidFill>
              <a:srgbClr val="345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9952" y="5047488"/>
            <a:ext cx="2734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B7D"/>
                </a:solidFill>
              </a:rPr>
              <a:t>Browser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9952" y="540410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HTML / CSS / JavaScript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Select · reset · ingest · replay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7FC"/>
                </a:solidFill>
              </a:rPr>
              <a:t>Explore evidence &amp; explanations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23160" y="1828800"/>
            <a:ext cx="548640" cy="77724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423160" y="3566160"/>
            <a:ext cx="548640" cy="-73152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20640" y="2468880"/>
            <a:ext cx="594360" cy="-68580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20640" y="2971800"/>
            <a:ext cx="594360" cy="54864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01000" y="1828800"/>
            <a:ext cx="640080" cy="77724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3520440"/>
            <a:ext cx="640080" cy="-32004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3840480"/>
            <a:ext cx="0" cy="109728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41080" y="5532120"/>
            <a:ext cx="-411480" cy="0"/>
          </a:xfrm>
          <a:prstGeom prst="line">
            <a:avLst/>
          </a:prstGeom>
          <a:noFill/>
          <a:ln w="25400">
            <a:solidFill>
              <a:srgbClr val="44D3C2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B7D"/>
                </a:solidFill>
              </a:rPr>
              <a:t>Important: all training and demo data are synthetic. The output is not a clinical diagnosis or imminent-event alert.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7FC"/>
                </a:solidFill>
              </a:rPr>
              <a:t>CARDIOTWIN | Dynamic update and decision trace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DDD"/>
                </a:solidFill>
              </a:rPr>
              <a:t>Operational detail: what happens when a fictional daily measurement is ingested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3263B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25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01  USER 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Browser submits next-day fictional HR, HRV, steps, sleep, home BP and coverage.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82D44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568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02  VALIDATE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956816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HTTP API validates payload, patient identity, acceptable fields and ranges.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3263B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587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03  PERSIST + ROLL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58775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Append dated record; advance simulated date; retain most recent 28 days; journal update in SQLite.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82D44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04  CHECK READINESS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21868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Check recent coverage, missingness and historical availability. Withhold output if inadequate.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39896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3263B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849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05  MODEL INFERENCE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3849624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Apply saved train-fitted preprocessing; load selected checkpoint; fuse static + temporal branches.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82D44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48056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06  RULE TRACE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448056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Compare latest 7 vs previous 21 days; record per-signal reasons and multi-trend review flag.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001768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3263B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51114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07  EXPLAIN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88920" y="5111496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Compute reference-replacement sensor/week and historical sensitivities; scenario does not mutate history.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632704"/>
            <a:ext cx="11155680" cy="539496"/>
          </a:xfrm>
          <a:prstGeom prst="roundRect">
            <a:avLst>
              <a:gd name="adj" fmla="val 10169"/>
            </a:avLst>
          </a:prstGeom>
          <a:solidFill>
            <a:srgbClr val="182D44"/>
          </a:solidFill>
          <a:ln w="8890">
            <a:solidFill>
              <a:srgbClr val="294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742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D3C2"/>
                </a:solidFill>
              </a:rPr>
              <a:t>08  RENDER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574243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F7FC"/>
                </a:solidFill>
              </a:rPr>
              <a:t>Return prediction or unavailable state, review reasons, before/after delta, trajectory and journal.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B7D"/>
                </a:solidFill>
              </a:rPr>
              <a:t>Evaluation is separate: held-out patient split → model metrics → hybrid policy comparison. Rule flags never change the CNN probability.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CardioTwin technical architecture</dc:subject>
  <dc:creator>Tech Builders</dc:creator>
  <cp:lastModifiedBy>Tech Builders</cp:lastModifiedBy>
  <cp:revision>1</cp:revision>
  <dcterms:created xsi:type="dcterms:W3CDTF">2026-10-20T10:25:44Z</dcterms:created>
  <dcterms:modified xsi:type="dcterms:W3CDTF">2026-10-20T10:25:44Z</dcterms:modified>
</cp:coreProperties>
</file>